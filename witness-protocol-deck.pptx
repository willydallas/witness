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 disappears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it matters most.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Deleted. Seized. Disputed. Gone.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journalists, activists, and abuse survivors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73152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BD5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if evidence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couldn't be deleted?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743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74320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472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743200"/>
            <a:ext cx="548640" cy="54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1792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Anonymously Verified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Witness Protocol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137160" y="914400"/>
            <a:ext cx="73152" cy="1554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691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745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video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37744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651760" y="1554480"/>
            <a:ext cx="1691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874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274320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 chunks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38912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663440" y="1554480"/>
            <a:ext cx="1691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745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75488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+ Merkle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0080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6675120" y="1554480"/>
            <a:ext cx="169164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745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7512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766560" y="29260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anonymous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Privy Auth  •  Base Sepolia  •  Semaphore ZK  •  IPFS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 me show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 →  Encrypt  →  Store  →  Share  →  Attest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Censorship-resistant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those who need it most.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sources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175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Activists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1480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injustice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0175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858000" y="3364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persists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witness.squirrlylabs.xyz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37160" y="731520"/>
            <a:ext cx="73152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P2P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User's Phone (PWA)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777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1508760"/>
            <a:ext cx="777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1572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508760"/>
            <a:ext cx="777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554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057400"/>
            <a:ext cx="13716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Privy Auth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Wallet → Keys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0233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Decentralized Layer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1508760"/>
            <a:ext cx="16459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572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+ Pinata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801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chunks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1508760"/>
            <a:ext cx="1737360" cy="640080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572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Sepolia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801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+ Timestamp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0" y="2331720"/>
            <a:ext cx="365760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 ZK Groups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624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attestations • Identity commitments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6052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2286000" y="3657600"/>
            <a:ext cx="45720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Trusted Contact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423160" y="4069080"/>
            <a:ext cx="7772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41330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Sync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54680" y="4160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4069080"/>
            <a:ext cx="7772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41330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IPFS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4160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60520" y="4069080"/>
            <a:ext cx="7772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41330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4160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4069080"/>
            <a:ext cx="7772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1330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60720" y="4160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97880" y="4069080"/>
            <a:ext cx="7772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41330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 (ZK)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836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Server + zkTLS • Dual-Path Redundancy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56032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Phone (PWA)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286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2286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(AES-256)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22860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+ Hash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1051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PATH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6080" y="1371600"/>
            <a:ext cx="109728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926080" y="1417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1965960"/>
            <a:ext cx="1097280" cy="457200"/>
          </a:xfrm>
          <a:prstGeom prst="rect">
            <a:avLst/>
          </a:prstGeom>
          <a:solidFill>
            <a:srgbClr val="7C3AED">
              <a:alpha val="7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zkTLS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1234440"/>
            <a:ext cx="146304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298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1527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(Direct Upload)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60520" y="2148840"/>
            <a:ext cx="301752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Matrix Server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2423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Operator (Synapse)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zkTLS Verify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data origin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9768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Re-upload IPFS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storage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0" y="3511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Push Notify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3511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contacts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97680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Distribution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0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E2EE key mgmt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06640" y="1234440"/>
            <a:ext cx="1463040" cy="1463040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1600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1920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Root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06640" y="21031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06640" y="22860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8660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74320" y="3200400"/>
            <a:ext cx="2560320" cy="123444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Trusted Contacts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notifications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 key sync via Matrix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Decrypt + View + Attest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60520" y="3840480"/>
            <a:ext cx="-1371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3017520" y="3611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06640" y="3200400"/>
            <a:ext cx="146304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3520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Attestations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06640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Count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zkTLS proves video came from phone camera, not AI-generated • Matrix enables instant notifications + key management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Witness Protocol - Hackathon Demo</dc:title>
  <dc:subject>PptxGenJS Presentation</dc:subject>
  <dc:creator>Beau Troxclair</dc:creator>
  <cp:lastModifiedBy>Beau Troxclair</cp:lastModifiedBy>
  <cp:revision>1</cp:revision>
  <dcterms:created xsi:type="dcterms:W3CDTF">2026-02-02T03:30:35Z</dcterms:created>
  <dcterms:modified xsi:type="dcterms:W3CDTF">2026-02-02T03:30:35Z</dcterms:modified>
</cp:coreProperties>
</file>