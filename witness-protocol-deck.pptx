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972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Evidence disappears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it matters most.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Deleted. Seized. Disputed. Gone.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3891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journalists, activists, and abuse survivors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73152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CBD5E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if evidence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couldn't be deleted?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74320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74320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747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743200"/>
            <a:ext cx="548640" cy="5486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179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Anonymously Verified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822960" y="43891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Witness Protocol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137160" y="914400"/>
            <a:ext cx="73152" cy="15544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69164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8745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14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3152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video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37744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651760" y="1554480"/>
            <a:ext cx="169164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7452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1760" y="2514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274320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 chunks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38912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4663440" y="1554480"/>
            <a:ext cx="169164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87452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2514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475488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+ Merkle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640080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6675120" y="1554480"/>
            <a:ext cx="169164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87452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75120" y="2514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676656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anonymous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822960" y="43891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Privy Auth  •  Base Sepolia  •  Semaphore ZK  •  IPFS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 me show you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 →  Encrypt  →  Store  →  Share  →  Attest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Censorship-resistant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those who need it most.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75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Journalists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sources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01752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0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Activists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114800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Documenting injustice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017520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858000" y="29992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6858000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persists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2296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witness.squirrlylabs.xyz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137160" y="731520"/>
            <a:ext cx="73152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Witness Protocol - Hackathon Demo</dc:title>
  <dc:subject>PptxGenJS Presentation</dc:subject>
  <dc:creator>Beau Troxclair</dc:creator>
  <cp:lastModifiedBy>Beau Troxclair</cp:lastModifiedBy>
  <cp:revision>1</cp:revision>
  <dcterms:created xsi:type="dcterms:W3CDTF">2026-02-02T02:59:34Z</dcterms:created>
  <dcterms:modified xsi:type="dcterms:W3CDTF">2026-02-02T02:59:34Z</dcterms:modified>
</cp:coreProperties>
</file>